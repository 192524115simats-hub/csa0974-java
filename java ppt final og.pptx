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3" r:id="rId4"/>
    <p:sldId id="258" r:id="rId5"/>
    <p:sldId id="266" r:id="rId6"/>
    <p:sldId id="259" r:id="rId7"/>
    <p:sldId id="264" r:id="rId8"/>
    <p:sldId id="268" r:id="rId9"/>
    <p:sldId id="260" r:id="rId10"/>
    <p:sldId id="261" r:id="rId11"/>
    <p:sldId id="262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AE04-43E5-46DA-A75A-29AB8CB8F6B1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41437-28E7-43D0-A826-E23BD20AABE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634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AE04-43E5-46DA-A75A-29AB8CB8F6B1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41437-28E7-43D0-A826-E23BD20AA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853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AE04-43E5-46DA-A75A-29AB8CB8F6B1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41437-28E7-43D0-A826-E23BD20AABE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23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AE04-43E5-46DA-A75A-29AB8CB8F6B1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41437-28E7-43D0-A826-E23BD20AA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010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AE04-43E5-46DA-A75A-29AB8CB8F6B1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41437-28E7-43D0-A826-E23BD20AA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574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AE04-43E5-46DA-A75A-29AB8CB8F6B1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41437-28E7-43D0-A826-E23BD20AA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39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AE04-43E5-46DA-A75A-29AB8CB8F6B1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41437-28E7-43D0-A826-E23BD20AA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710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6D1AE04-43E5-46DA-A75A-29AB8CB8F6B1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A41437-28E7-43D0-A826-E23BD20AA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21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AE04-43E5-46DA-A75A-29AB8CB8F6B1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41437-28E7-43D0-A826-E23BD20AA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51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AE04-43E5-46DA-A75A-29AB8CB8F6B1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41437-28E7-43D0-A826-E23BD20AA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406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AE04-43E5-46DA-A75A-29AB8CB8F6B1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41437-28E7-43D0-A826-E23BD20AA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429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6D1AE04-43E5-46DA-A75A-29AB8CB8F6B1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7A41437-28E7-43D0-A826-E23BD20AABE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05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1954608"/>
            <a:ext cx="10058400" cy="1857081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sz="36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 Scan QR: Intelligent Java-Based System for Detecting Malicious QR Codes with Risk Scoring and URL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0" y="4439935"/>
            <a:ext cx="5757949" cy="1410359"/>
          </a:xfrm>
          <a:ln>
            <a:solidFill>
              <a:schemeClr val="bg1"/>
            </a:solidFill>
          </a:ln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                                 </a:t>
            </a:r>
            <a:endParaRPr lang="en-US" b="1" dirty="0" smtClean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PRITHIYANKA SHREE  192521144                                    </a:t>
            </a:r>
          </a:p>
          <a:p>
            <a:r>
              <a:rPr lang="en-US" sz="1900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DHANUSHYA RB  192565033                                               </a:t>
            </a:r>
          </a:p>
          <a:p>
            <a:r>
              <a:rPr lang="en-US" sz="1900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JAYARANI V 192524115</a:t>
            </a:r>
            <a:endParaRPr lang="en-IN" sz="19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51" y="487680"/>
            <a:ext cx="10058400" cy="10812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09723" y="4413380"/>
            <a:ext cx="37322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Dr.A.Mohan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Dr.E.Meghanathan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601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1" y="2169075"/>
            <a:ext cx="7393576" cy="3858501"/>
          </a:xfrm>
        </p:spPr>
        <p:txBody>
          <a:bodyPr>
            <a:normAutofit fontScale="92500"/>
          </a:bodyPr>
          <a:lstStyle/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QR codes are widely used in daily life for payments, websites, and information sharing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They provide quick access by simply scanning through mobile devices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However, QR codes can hide malicious links without user awareness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Attackers can use QR codes to redirect users to phishing or fake websites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Users usually scan QR codes without verifying their safety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serious security risks like data theft and financial fraud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detecting and analyzing QR code threats using Java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534937"/>
            <a:ext cx="766782" cy="9540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80" y="535485"/>
            <a:ext cx="934720" cy="9535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792C2F-0831-9BB0-F1A1-C4BA57E1E4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4365" y="2983747"/>
            <a:ext cx="2351315" cy="255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77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2023015"/>
            <a:ext cx="10058399" cy="4144519"/>
          </a:xfrm>
        </p:spPr>
        <p:txBody>
          <a:bodyPr/>
          <a:lstStyle/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QR codes are widely used for payments, advertisements, websites, and information sharing.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scan QR codes without knowing the destination or security risks involved.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Cybercriminals can use malicious QR codes to redirect users to phishing, fake payment, or malware websites.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QR scanners only decode the content and do not analyze potential threats.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can assess QR code safety before users access the embedded links. 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provide risk-based QR code analysis and threat detection using Java.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534937"/>
            <a:ext cx="766782" cy="9540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80" y="535485"/>
            <a:ext cx="934720" cy="95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308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1097280" y="2050754"/>
            <a:ext cx="811262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Java-based system for analyzing QR codes and detecting security threats.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decode QR codes and extract embedded URLs from uploaded images.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suspicious URLs, phishing attempts, and potentially malicious links.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evaluate URL safety using multiple security parameters and generate a risk score.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clear, explainable results that help users make safer decisions before opening QR code links.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9904" y="2334264"/>
            <a:ext cx="2331922" cy="23776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534937"/>
            <a:ext cx="766782" cy="95408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80" y="535485"/>
            <a:ext cx="934720" cy="95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27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1030524"/>
              </p:ext>
            </p:extLst>
          </p:nvPr>
        </p:nvGraphicFramePr>
        <p:xfrm>
          <a:off x="1100046" y="1924050"/>
          <a:ext cx="10055634" cy="423609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52703">
                  <a:extLst>
                    <a:ext uri="{9D8B030D-6E8A-4147-A177-3AD203B41FA5}">
                      <a16:colId xmlns:a16="http://schemas.microsoft.com/office/drawing/2014/main" val="3429639973"/>
                    </a:ext>
                  </a:extLst>
                </a:gridCol>
                <a:gridCol w="3535334">
                  <a:extLst>
                    <a:ext uri="{9D8B030D-6E8A-4147-A177-3AD203B41FA5}">
                      <a16:colId xmlns:a16="http://schemas.microsoft.com/office/drawing/2014/main" val="2007825312"/>
                    </a:ext>
                  </a:extLst>
                </a:gridCol>
                <a:gridCol w="3767597">
                  <a:extLst>
                    <a:ext uri="{9D8B030D-6E8A-4147-A177-3AD203B41FA5}">
                      <a16:colId xmlns:a16="http://schemas.microsoft.com/office/drawing/2014/main" val="3307697428"/>
                    </a:ext>
                  </a:extLst>
                </a:gridCol>
              </a:tblGrid>
              <a:tr h="546461"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(YEAR)</a:t>
                      </a:r>
                    </a:p>
                  </a:txBody>
                  <a:tcPr marL="34679" marR="34679" marT="17339" marB="173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34679" marR="34679" marT="17339" marB="1733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 &amp; RELEVANCE</a:t>
                      </a:r>
                    </a:p>
                  </a:txBody>
                  <a:tcPr marL="34679" marR="34679" marT="17339" marB="17339" anchor="ctr"/>
                </a:tc>
                <a:extLst>
                  <a:ext uri="{0D108BD9-81ED-4DB2-BD59-A6C34878D82A}">
                    <a16:rowId xmlns:a16="http://schemas.microsoft.com/office/drawing/2014/main" val="1248322977"/>
                  </a:ext>
                </a:extLst>
              </a:tr>
              <a:tr h="854619">
                <a:tc>
                  <a:txBody>
                    <a:bodyPr/>
                    <a:lstStyle/>
                    <a:p>
                      <a:pPr algn="just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 &amp; Kumar (2025)</a:t>
                      </a:r>
                    </a:p>
                  </a:txBody>
                  <a:tcPr marL="34679" marR="34679" marT="17339" marB="1733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QR Code Security: Emerging Threats and Countermeasures</a:t>
                      </a:r>
                    </a:p>
                  </a:txBody>
                  <a:tcPr marL="34679" marR="34679" marT="17339" marB="1733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phishing attacks through malicious QR codes. Highlights the need for QR code security analysis before users open links.</a:t>
                      </a:r>
                    </a:p>
                  </a:txBody>
                  <a:tcPr marL="34679" marR="34679" marT="17339" marB="17339" anchor="ctr"/>
                </a:tc>
                <a:extLst>
                  <a:ext uri="{0D108BD9-81ED-4DB2-BD59-A6C34878D82A}">
                    <a16:rowId xmlns:a16="http://schemas.microsoft.com/office/drawing/2014/main" val="1464494775"/>
                  </a:ext>
                </a:extLst>
              </a:tr>
              <a:tr h="1125781">
                <a:tc>
                  <a:txBody>
                    <a:bodyPr/>
                    <a:lstStyle/>
                    <a:p>
                      <a:pPr algn="just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et al. (2024)</a:t>
                      </a:r>
                    </a:p>
                  </a:txBody>
                  <a:tcPr marL="34679" marR="34679" marT="17339" marB="1733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of Malicious URLs Using Risk-Based Analysis</a:t>
                      </a:r>
                    </a:p>
                  </a:txBody>
                  <a:tcPr marL="34679" marR="34679" marT="17339" marB="1733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that URL features such as HTTPS status, suspicious keywords, and URL patterns are effective indicators of malicious intent.</a:t>
                      </a:r>
                    </a:p>
                  </a:txBody>
                  <a:tcPr marL="34679" marR="34679" marT="17339" marB="17339" anchor="ctr"/>
                </a:tc>
                <a:extLst>
                  <a:ext uri="{0D108BD9-81ED-4DB2-BD59-A6C34878D82A}">
                    <a16:rowId xmlns:a16="http://schemas.microsoft.com/office/drawing/2014/main" val="1033304771"/>
                  </a:ext>
                </a:extLst>
              </a:tr>
              <a:tr h="854619">
                <a:tc>
                  <a:txBody>
                    <a:bodyPr/>
                    <a:lstStyle/>
                    <a:p>
                      <a:pPr algn="just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NIST Cybersecurity Report (2024)</a:t>
                      </a:r>
                    </a:p>
                  </a:txBody>
                  <a:tcPr marL="34679" marR="34679" marT="17339" marB="1733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Guidelines for Phishing and Social Engineering Prevention</a:t>
                      </a:r>
                    </a:p>
                  </a:txBody>
                  <a:tcPr marL="34679" marR="34679" marT="17339" marB="1733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Emphasized phishing URLs as a major cybersecurity threat and recommended proactive URL verification mechanisms.</a:t>
                      </a:r>
                    </a:p>
                  </a:txBody>
                  <a:tcPr marL="34679" marR="34679" marT="17339" marB="17339" anchor="ctr"/>
                </a:tc>
                <a:extLst>
                  <a:ext uri="{0D108BD9-81ED-4DB2-BD59-A6C34878D82A}">
                    <a16:rowId xmlns:a16="http://schemas.microsoft.com/office/drawing/2014/main" val="2805087930"/>
                  </a:ext>
                </a:extLst>
              </a:tr>
              <a:tr h="854619">
                <a:tc>
                  <a:txBody>
                    <a:bodyPr/>
                    <a:lstStyle/>
                    <a:p>
                      <a:pPr algn="just"/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Ahmed &amp; Rashid (2024)</a:t>
                      </a:r>
                    </a:p>
                  </a:txBody>
                  <a:tcPr marL="34679" marR="34679" marT="17339" marB="1733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Security Analysis for Web Threat Detection</a:t>
                      </a:r>
                    </a:p>
                  </a:txBody>
                  <a:tcPr marL="34679" marR="34679" marT="17339" marB="1733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explainable threat analysis instead of simple Safe/Unsafe classification, improving transparency and user trust.</a:t>
                      </a:r>
                    </a:p>
                  </a:txBody>
                  <a:tcPr marL="34679" marR="34679" marT="17339" marB="17339" anchor="ctr"/>
                </a:tc>
                <a:extLst>
                  <a:ext uri="{0D108BD9-81ED-4DB2-BD59-A6C34878D82A}">
                    <a16:rowId xmlns:a16="http://schemas.microsoft.com/office/drawing/2014/main" val="4120173345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534937"/>
            <a:ext cx="766782" cy="9540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80" y="535485"/>
            <a:ext cx="934720" cy="95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73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534937"/>
            <a:ext cx="766782" cy="9540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80" y="535485"/>
            <a:ext cx="934720" cy="953540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846263"/>
            <a:ext cx="9987486" cy="4022725"/>
          </a:xfrm>
        </p:spPr>
      </p:pic>
    </p:spTree>
    <p:extLst>
      <p:ext uri="{BB962C8B-B14F-4D97-AF65-F5344CB8AC3E}">
        <p14:creationId xmlns:p14="http://schemas.microsoft.com/office/powerpoint/2010/main" val="2174945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SCHEDULING ALGORITHM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195536"/>
            <a:ext cx="701102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sequential workflow model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processing QR codes.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QR code image is received and decoded to extract the embedded URL.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URL is validated and analyzed for security threats.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security checks are performed to identify suspicious patterns.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risk score is generated based on the detected threats.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final result is displayed with the risk score and threat explanation.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320" y="2088226"/>
            <a:ext cx="3090215" cy="29808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534937"/>
            <a:ext cx="766782" cy="9540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80" y="535485"/>
            <a:ext cx="934720" cy="95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7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56EF25-330A-2041-14E3-C3D887E3B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53400" cy="2873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A4012C-4FD8-EF13-0D34-E0DD61BE3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3906"/>
            <a:ext cx="4475429" cy="35268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31582E-DB10-DE6F-5BDD-D10DBC5A6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718" y="38657"/>
            <a:ext cx="3961017" cy="28739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5E3618-7FAA-8686-AB18-78825DF7A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731" y="2922643"/>
            <a:ext cx="4000989" cy="34294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565C40-DEA5-FCA6-8EEE-454661C532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8818" y="0"/>
            <a:ext cx="3903182" cy="24187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E9BFB6C-64CF-1CFB-A21C-87325B8F0C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591" y="2428815"/>
            <a:ext cx="3955635" cy="20841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E2F134-63C0-FAC9-DAA3-1D947F6B9AD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4044"/>
          <a:stretch>
            <a:fillRect/>
          </a:stretch>
        </p:blipFill>
        <p:spPr>
          <a:xfrm>
            <a:off x="8310720" y="4484809"/>
            <a:ext cx="3907506" cy="186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15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9925" r="465" b="1150"/>
          <a:stretch/>
        </p:blipFill>
        <p:spPr>
          <a:xfrm>
            <a:off x="1097280" y="1968760"/>
            <a:ext cx="5395032" cy="4193915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956" y="1876425"/>
            <a:ext cx="3137724" cy="42862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534937"/>
            <a:ext cx="766782" cy="9540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80" y="535485"/>
            <a:ext cx="934720" cy="95354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46DE3D0-35B7-FB45-4D7F-15D9C20D0C8A}"/>
              </a:ext>
            </a:extLst>
          </p:cNvPr>
          <p:cNvCxnSpPr/>
          <p:nvPr/>
        </p:nvCxnSpPr>
        <p:spPr>
          <a:xfrm>
            <a:off x="7231225" y="2668556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66977D-110E-4EE7-25D1-BA68CE96547E}"/>
              </a:ext>
            </a:extLst>
          </p:cNvPr>
          <p:cNvCxnSpPr/>
          <p:nvPr/>
        </p:nvCxnSpPr>
        <p:spPr>
          <a:xfrm>
            <a:off x="7299649" y="2668556"/>
            <a:ext cx="0" cy="32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446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097280" y="2096563"/>
            <a:ext cx="759885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Smart QR Code Threat Analyzer successfully detects and analyzes QR code risks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identify malicious or suspicious QR codes before opening links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decodes QR codes and extracts embedded URLs efficiently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reduces the chances of phishing attacks and online fraud through QR codes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Java-based implementation ensures simplicity and reliability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improves user safety in QR code usage and digital transactions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104" y="3063842"/>
            <a:ext cx="2191576" cy="21915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534937"/>
            <a:ext cx="766782" cy="9540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80" y="535485"/>
            <a:ext cx="934720" cy="95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449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Java SE Documentation – Oracle </a:t>
            </a:r>
          </a:p>
          <a:p>
            <a:pPr marL="0" indent="0">
              <a:buNone/>
            </a:pPr>
            <a:r>
              <a:rPr lang="en-IN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ZXing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 (“Zebra Crossing”) QR Code Library Documentation </a:t>
            </a:r>
          </a:p>
          <a:p>
            <a:pPr marL="0" indent="0">
              <a:buNone/>
            </a:pP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IEEE Papers on QR Code Security and Phishing Detection </a:t>
            </a:r>
          </a:p>
          <a:p>
            <a:pPr marL="0" indent="0">
              <a:buNone/>
            </a:pP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Research articles on URL-based threat analysis and cyber security systems </a:t>
            </a:r>
          </a:p>
          <a:p>
            <a:pPr marL="0" indent="0">
              <a:buNone/>
            </a:pP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guidelines related to phishing and malicious link detection </a:t>
            </a:r>
          </a:p>
          <a:p>
            <a:pPr marL="0" indent="0">
              <a:buNone/>
            </a:pP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Online Java tutorials and documentation for networking and file handling </a:t>
            </a:r>
          </a:p>
          <a:p>
            <a:pPr marL="0" indent="0">
              <a:buNone/>
            </a:pP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Standard textbooks on Object-Oriented Programming using Java </a:t>
            </a:r>
          </a:p>
          <a:p>
            <a:pPr marL="0" indent="0">
              <a:buNone/>
            </a:pP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Articles on real-world QR code misuse in digital payment systems </a:t>
            </a:r>
          </a:p>
          <a:p>
            <a:pPr marL="0" indent="0">
              <a:buNone/>
            </a:pPr>
            <a:endParaRPr lang="en-IN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73" y="534937"/>
            <a:ext cx="766782" cy="9540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280" y="535485"/>
            <a:ext cx="934720" cy="95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55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2479040"/>
            <a:ext cx="10058400" cy="1856232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295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0DA6AE-0DBA-326E-C35F-D669C65B3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776" y="195943"/>
            <a:ext cx="8568612" cy="599802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450644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1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F60092"/>
      </a:accent1>
      <a:accent2>
        <a:srgbClr val="C00000"/>
      </a:accent2>
      <a:accent3>
        <a:srgbClr val="865640"/>
      </a:accent3>
      <a:accent4>
        <a:srgbClr val="8D4220"/>
      </a:accent4>
      <a:accent5>
        <a:srgbClr val="8D422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</TotalTime>
  <Words>648</Words>
  <Application>Microsoft Office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Calibri Light</vt:lpstr>
      <vt:lpstr>Times New Roman</vt:lpstr>
      <vt:lpstr>Wingdings</vt:lpstr>
      <vt:lpstr>Retrospect</vt:lpstr>
      <vt:lpstr>Trust Scan QR: Intelligent Java-Based System for Detecting Malicious QR Codes with Risk Scoring and URL Analysis</vt:lpstr>
      <vt:lpstr>INTRODUCTION</vt:lpstr>
      <vt:lpstr>PROBLEM STATEMENT</vt:lpstr>
      <vt:lpstr>OBJECTIVES</vt:lpstr>
      <vt:lpstr>LITERATURE REVIEW</vt:lpstr>
      <vt:lpstr>SYSTEM ARCHITECTURE</vt:lpstr>
      <vt:lpstr>SCHEDULING ALGORITHM</vt:lpstr>
      <vt:lpstr>PowerPoint Presentation</vt:lpstr>
      <vt:lpstr>OUTPUT</vt:lpstr>
      <vt:lpstr>CONCLUSION</vt:lpstr>
      <vt:lpstr>REFERENCES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TrustScan QR: Intelligent Java-Based System for Detecting Malicious QR Codes with Risk Scoring and URL Analysis</dc:title>
  <dc:creator>Hello</dc:creator>
  <cp:lastModifiedBy>Hello</cp:lastModifiedBy>
  <cp:revision>3</cp:revision>
  <dcterms:created xsi:type="dcterms:W3CDTF">2026-06-24T08:22:45Z</dcterms:created>
  <dcterms:modified xsi:type="dcterms:W3CDTF">2026-06-27T03:20:50Z</dcterms:modified>
</cp:coreProperties>
</file>